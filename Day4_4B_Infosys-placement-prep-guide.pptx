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54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263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Infosys Placement Prep Guide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68984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roadmap to landing a role at India's IT leader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339030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300,000+ professionals. Build your career in AI, Cloud &amp; Digital.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7379" y="423714"/>
            <a:ext cx="4168378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Choose Infosys?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17379" y="1065833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1668" y="121012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Leader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1668" y="1510531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300,000+ employees across 50+ countries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17379" y="2013645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1668" y="215793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AI-First Strategy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1668" y="2458343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Leading enterprise AI transformation with Topaz Fabric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17379" y="2961456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1668" y="310574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Growth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1668" y="3406155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career paths from fresher to senior roles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17379" y="3909268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1668" y="4053557"/>
            <a:ext cx="185209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Industry Partnerships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61668" y="4353967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collaborations with OpenAI, cloud leaders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3778"/>
            <a:ext cx="43524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Infosys Hiring Process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2185"/>
            <a:ext cx="400496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11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Online Aptitude Test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176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reasoning, quantitative ability, verbal skills, pseudocode (90 minutes)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002185"/>
            <a:ext cx="400503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21111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Interview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2842" y="2417638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30-40 minutes, coding &amp; problem-solving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41191"/>
            <a:ext cx="400496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34501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HR Interview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Behavioral, cultural fit, motivation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341191"/>
            <a:ext cx="400503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4501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Offer &amp; Onboarding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756645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program begins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93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Infosys Tech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83494"/>
            <a:ext cx="113407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6229" y="1849487"/>
            <a:ext cx="128594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130103"/>
            <a:ext cx="26861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Languages &amp; Frameworks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493318"/>
            <a:ext cx="248632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3080" y="1883494"/>
            <a:ext cx="113407" cy="1134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03191" y="1849487"/>
            <a:ext cx="128594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333080" y="213010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&amp; DevOps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333080" y="2493318"/>
            <a:ext cx="248632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Cloud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0042" y="1883494"/>
            <a:ext cx="113407" cy="1134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40153" y="1849487"/>
            <a:ext cx="128594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6170042" y="213010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Emerging Tech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70042" y="2493318"/>
            <a:ext cx="248632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AI/ML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AI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API-first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Low-code/No-code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5351"/>
            <a:ext cx="2899321" cy="30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Eligibility Criteria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88379" y="865212"/>
            <a:ext cx="390674" cy="586085"/>
          </a:xfrm>
          <a:prstGeom prst="roundRect">
            <a:avLst>
              <a:gd name="adj" fmla="val 3600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419" y="1084957"/>
            <a:ext cx="146521" cy="1465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6324" y="962844"/>
            <a:ext cx="1495202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Educational Qualification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46324" y="1155799"/>
            <a:ext cx="7709297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BE/B.Tech/ME/M.Tech/MCA/M.Sc (2024-2025 batch)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88379" y="1518568"/>
            <a:ext cx="390674" cy="586085"/>
          </a:xfrm>
          <a:prstGeom prst="roundRect">
            <a:avLst>
              <a:gd name="adj" fmla="val 3600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419" y="1738313"/>
            <a:ext cx="146521" cy="1465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6324" y="1616199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Branches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946324" y="1809155"/>
            <a:ext cx="7709297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CSE, IT, ECE, EEE, and allied domains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88379" y="2171923"/>
            <a:ext cx="390674" cy="586085"/>
          </a:xfrm>
          <a:prstGeom prst="roundRect">
            <a:avLst>
              <a:gd name="adj" fmla="val 3600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419" y="2391668"/>
            <a:ext cx="146521" cy="1465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6324" y="2269554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Marks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946324" y="2462510"/>
            <a:ext cx="7709297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or 6.0 CGPA throughout 10th, 12th, and graduation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488379" y="2825279"/>
            <a:ext cx="390674" cy="586085"/>
          </a:xfrm>
          <a:prstGeom prst="roundRect">
            <a:avLst>
              <a:gd name="adj" fmla="val 3600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419" y="3045023"/>
            <a:ext cx="146521" cy="1465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6324" y="2922910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Active Backlogs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946324" y="3115866"/>
            <a:ext cx="7709297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be clear at time of joining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88379" y="3478634"/>
            <a:ext cx="390674" cy="586085"/>
          </a:xfrm>
          <a:prstGeom prst="roundRect">
            <a:avLst>
              <a:gd name="adj" fmla="val 3600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419" y="3698379"/>
            <a:ext cx="146521" cy="1465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6324" y="3576265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Education Gap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946324" y="3769221"/>
            <a:ext cx="7709297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not exceed 2 years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488379" y="4131990"/>
            <a:ext cx="390674" cy="586085"/>
          </a:xfrm>
          <a:prstGeom prst="roundRect">
            <a:avLst>
              <a:gd name="adj" fmla="val 3600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419" y="4351734"/>
            <a:ext cx="146521" cy="14652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46324" y="4229621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Roles Available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946324" y="4422577"/>
            <a:ext cx="7709297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Engineer (SE), Digital Specialist Engineer (DSE), Specialist Programmer (SP)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0805"/>
            <a:ext cx="69147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Infosys in 2025-2026: Key Highlights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167310"/>
            <a:ext cx="2622724" cy="1535385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2328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AI-First Hiring Push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634630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hiring 20,000 freshers with packages up to ₹21 LPA for specialized AI/tech roles (Dec 2025)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167310"/>
            <a:ext cx="2622724" cy="1535385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1410" y="2328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OpenAI Partnership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410" y="2634630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collaboration announced (April 2026) to accelerate enterprise AI transformation with Infosys Topaz Fabric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167310"/>
            <a:ext cx="2622724" cy="1535385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5892" y="2328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Milestone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85892" y="2634630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 revenue crossed $20 billion with 3.1% growth; strong large deal wins of $14.9 billion (April 2026)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6963"/>
            <a:ext cx="59989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Essential Prep Tips for Infosys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5346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75371"/>
            <a:ext cx="262272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884313"/>
            <a:ext cx="20112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Master Aptitude Basics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190824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logical reasoning, quantitative ability, and verbal skills. Practice pseudocode interpretation.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55346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775371"/>
            <a:ext cx="262272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18843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Daily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190824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strong fundamentals in Java/Python. Solve 50+ LeetCode problems before the interview.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55346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775371"/>
            <a:ext cx="262272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1884313"/>
            <a:ext cx="18165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 the Tech Stack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190824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hands-on with Spring Boot, React, AWS, Docker. Infosys values practical experience.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41191"/>
            <a:ext cx="400496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450134"/>
            <a:ext cx="19550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 AI &amp; Cloud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756645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about Infosys Topaz, generative AI, and microservices. Show awareness of industry trends.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41191"/>
            <a:ext cx="400496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4501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Mock Interviews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756645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technical and HR rounds. Be ready to discuss projects, problem-solving approach, and career goals.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7554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 Your Infosys Journey This Week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18221"/>
            <a:ext cx="454528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future in tech starts now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96119" y="2285181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6816" y="2333848"/>
            <a:ext cx="29427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Register on Infosys Careers portal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96119" y="2887638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6816" y="2936304"/>
            <a:ext cx="36895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Join InfyTQ for free learning &amp; certification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96119" y="3490094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6816" y="3538761"/>
            <a:ext cx="426206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Begin your coding practice on LeetCode/HackerRank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6119" y="414114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today. Succeed tomorrow. Join Infosys.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On-screen Show (16:9)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Inter</vt:lpstr>
      <vt:lpstr>Inter Light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Saikala Sangineedi</cp:lastModifiedBy>
  <cp:revision>2</cp:revision>
  <dcterms:created xsi:type="dcterms:W3CDTF">2026-05-22T05:50:37Z</dcterms:created>
  <dcterms:modified xsi:type="dcterms:W3CDTF">2026-05-22T08:36:42Z</dcterms:modified>
</cp:coreProperties>
</file>